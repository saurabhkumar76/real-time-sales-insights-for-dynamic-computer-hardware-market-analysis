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8FFE7999-B2A6-476B-835A-D41EFA9836AF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C26B2D7-2E79-48AE-AE18-AD0403BBBE1A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06-01-2026 12:45:48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0E4CAE5C-1BC4-4170-9B6D-75861FA014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2026-01-06T07:15:49Z</dcterms:created>
  <dcterms:modified xsi:type="dcterms:W3CDTF">2026-01-06T07:15:49Z</dcterms:modified>
</cp:coreProperties>
</file>